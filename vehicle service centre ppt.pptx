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proposed user interface is designed to connect the front end with the database. It will allow service-centre staff to perform CRUD operations, search records and generate reports. The UI will be implemented using Java or Python and connected to the relational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our project implementation is still in progress, these are the test cases and expected results that will be verified after connecting the application with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Service Centre Management System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Reddy Keerthana – 25WU0101107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Morla Karthik – 25WU0102166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Shwechith Charan – 25WU0102261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2148840"/>
            <a:ext cx="3108960" cy="1737360"/>
          </a:xfrm>
          <a:prstGeom prst="rect">
            <a:avLst/>
          </a:prstGeom>
          <a:solidFill>
            <a:srgbClr val="1E3260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0" y="22860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AIML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Kiran Mayee Adavala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Description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| Vehicle Service Centre Management System    2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25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centres handle large volumes of data on customers, vehicles, bookings, job cards, mechanics, spare parts, inspections and payments. Manual records can lead to: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 inconsistent records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tracking vehicle service history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assigning mechanics and tasks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in spare-part and billing records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generating service reports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15468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097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4630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 Service Centre Management System built on a relational database stores and manages all service-related information in a structured, centralized manner.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workflow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0175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Vehicle → Service Booking → Job Card → Mechanic/Task → Spare Parts/Inspection → Invoice → Payment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and Scope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| Vehicle Service Centre Management System    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customer and vehicle details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service bookings and job cards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mechanics to service tasks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spare parts used during servicing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vehicle inspections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invoices and maintain payment details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complete vehicle service history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useful reports for the service centre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1005840"/>
            <a:ext cx="3108960" cy="3383280"/>
          </a:xfrm>
          <a:prstGeom prst="rect">
            <a:avLst/>
          </a:prstGeom>
          <a:solidFill>
            <a:srgbClr val="14213D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6072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55448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covers the complete service process: from vehicle registration and service booking, through job completion, billing and payment, to service-history tracking.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| Vehicle Service Centre Management System    4</a:t>
            </a:r>
            <a:endParaRPr lang="en-US" sz="800" dirty="0"/>
          </a:p>
        </p:txBody>
      </p:sp>
      <p:pic>
        <p:nvPicPr>
          <p:cNvPr id="6" name="Image 0" descr="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5166360" cy="347294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960120"/>
            <a:ext cx="3154680" cy="347472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06440" y="10515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806440" y="1371600"/>
            <a:ext cx="2880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owns one or more vehicles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 can have multiple service bookings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booking generates a job card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 card contains multiple tasks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 are assigned to tasks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parts are used for a job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 can have inspection records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jobs lead to invoices and payments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and Normalization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| Vehicle Service Centre Management System    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011680" cy="100584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54864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05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252728"/>
            <a:ext cx="1810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(PK), Name, Email, Phone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87752" y="960120"/>
            <a:ext cx="2011680" cy="100584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87752" y="960120"/>
            <a:ext cx="54864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24912" y="1005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24912" y="1252728"/>
            <a:ext cx="1810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Vehicle_ID (PK), Customer_ID (FK), License_Plate, Make, Model, Year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18304" y="960120"/>
            <a:ext cx="2011680" cy="100584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18304" y="960120"/>
            <a:ext cx="54864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55464" y="1005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Service_Booking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55464" y="1252728"/>
            <a:ext cx="1810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Booking_ID (PK), Vehicle_ID (FK), Booking_Date, Scheduled_Date, Status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48856" y="960120"/>
            <a:ext cx="2011680" cy="100584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48856" y="960120"/>
            <a:ext cx="54864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86016" y="1005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Job_Card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986016" y="1252728"/>
            <a:ext cx="1810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JobCard_ID (PK), Booking_ID (FK), Open_Date, Status, Remarks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057400"/>
            <a:ext cx="2011680" cy="100584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057400"/>
            <a:ext cx="54864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2350008"/>
            <a:ext cx="1810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Mechanic_ID (PK), Name, Specialization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87752" y="2057400"/>
            <a:ext cx="2011680" cy="100584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87752" y="2057400"/>
            <a:ext cx="54864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724912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724912" y="2350008"/>
            <a:ext cx="1810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Task_ID (PK), JobCard_ID (FK), Description, Status, Estimated_Hours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18304" y="2057400"/>
            <a:ext cx="2011680" cy="100584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18304" y="2057400"/>
            <a:ext cx="54864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855464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Spare_Part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855464" y="2350008"/>
            <a:ext cx="1810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Part_ID (PK), Part_Name, Stock_Quantity, Unit_Price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48856" y="2057400"/>
            <a:ext cx="2011680" cy="100584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48856" y="2057400"/>
            <a:ext cx="54864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986016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Part_Usage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986016" y="2350008"/>
            <a:ext cx="1810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PartUsage_ID (PK), JobCard_ID (FK), Part_ID (FK), Quantity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154680"/>
            <a:ext cx="2011680" cy="100584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154680"/>
            <a:ext cx="54864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9436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3447288"/>
            <a:ext cx="1810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Inspection_ID (PK), JobCard_ID (FK), Inspection_Date, Result, Notes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87752" y="3154680"/>
            <a:ext cx="2011680" cy="100584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87752" y="3154680"/>
            <a:ext cx="54864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724912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2724912" y="3447288"/>
            <a:ext cx="1810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Invoice_ID (PK), JobCard_ID (FK), Total_Amount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18304" y="3154680"/>
            <a:ext cx="2011680" cy="100584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18304" y="3154680"/>
            <a:ext cx="54864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855464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4855464" y="3447288"/>
            <a:ext cx="1810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 (PK), Invoice_ID (FK), Payment_Date, Amount, Payment_Method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848856" y="3154680"/>
            <a:ext cx="2011680" cy="1005840"/>
          </a:xfrm>
          <a:prstGeom prst="rect">
            <a:avLst/>
          </a:prstGeom>
          <a:solidFill>
            <a:srgbClr val="14213D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940296" y="3200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1NF: atomic values, no repeating groups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2NF: full dependency on the primary key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3NF: no non-key dependencies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reduced data redundancy and no insertion, update or deletion anomalies.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Creation and SQL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| Vehicle Service Centre Management System    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60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design uses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3258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132588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83080" y="13258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132588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08960" y="13258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73736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17373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83080" y="173736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83080" y="17373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08960" y="173736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08960" y="17373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values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286000"/>
            <a:ext cx="4023360" cy="2377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23591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2633472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Customer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Customer_ID INT PRIMARY KEY,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VARCHAR(100) NOT NULL,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VARCHAR(100),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 VARCHAR(15)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960120"/>
            <a:ext cx="402336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00600" y="10332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Data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130759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Customer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(1, 'Rahul Kumar',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'rahul@gmail.com', '9876543210');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148840"/>
            <a:ext cx="4023360" cy="11887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00600" y="22219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Data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249631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Customer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Phone = '9876501234'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Customer_ID = 1;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429000"/>
            <a:ext cx="4023360" cy="1234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00600" y="35021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Data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37764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Customer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Customer_ID = 1;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and Reports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| Vehicle Service Centre Management System    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377440" cy="2377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02412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Display Pending Jobs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63040"/>
            <a:ext cx="2157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Job_Card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Status = 'Pending';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71800" y="960120"/>
            <a:ext cx="2834640" cy="2377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81528" y="1024128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Vehicle Service History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081528" y="1463040"/>
            <a:ext cx="26151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v.License_Plate,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j.JobCard_ID, j.Status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Vehicle 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Service_Booking 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v.Vehicle_ID = b.Vehicle_ID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Job_Card j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b.Booking_ID = j.Booking_ID;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0" y="960120"/>
            <a:ext cx="2743200" cy="2377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53328" y="102412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Mechanic Workload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53328" y="1463040"/>
            <a:ext cx="2523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m.Name,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COUNT(t.Task_ID) AS Total_Tasks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Mechanic 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Task 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m.Mechanic_ID = t.Mechanic_ID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m.Name;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Generated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EEF3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931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jobs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0" y="39319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EEF3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28800" y="3931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service history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9319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EEF3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0" y="3931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 workload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39319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EEF3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3931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Spare-part usage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39319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EEF3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0" y="3931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0" y="39319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EEF3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0" y="3931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User Interface &amp; System Workflow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| Vehicle Service Centre Management System    8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interface lets service-centre staff manage the complete service process.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965960" cy="123444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2588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4356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Customer Registration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85623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name, phone, email; store in database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42032" y="1325880"/>
            <a:ext cx="1965960" cy="123444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132588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33472" y="14356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Vehicle Registration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633472" y="185623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plate, make, model, year; link to customer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325880"/>
            <a:ext cx="1965960" cy="123444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32588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18304" y="14356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Service Booking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718304" y="185623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vehicle; enter booking and scheduled dates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11696" y="1325880"/>
            <a:ext cx="1965960" cy="123444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11696" y="132588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03136" y="14356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Job Card Management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803136" y="185623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job card, add tasks and remarks, update status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697480"/>
            <a:ext cx="1965960" cy="123444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9748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28072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Mechanic Assignment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22783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mechanic to tasks; track task status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42032" y="2697480"/>
            <a:ext cx="1965960" cy="123444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42032" y="269748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633472" y="28072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Spare Parts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633472" y="322783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parts, record quantity, update stock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26864" y="2697480"/>
            <a:ext cx="1965960" cy="123444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26864" y="269748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18304" y="28072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Billing and Payment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718304" y="322783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invoice; record payment details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11696" y="2697480"/>
            <a:ext cx="1965960" cy="123444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11696" y="269748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803136" y="28072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Service History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803136" y="322783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 vehicle; show previous service records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Vehicle → Booking → Job Card → Mechanic → Parts/Inspection → Invoice → Payment → History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Expected Results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| Vehicle Service Centre Management System    9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303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66160"/>
              </a:tblGrid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Customer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record stored successfully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Vehicle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linked to the correct customer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Booking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stored with valid vehicle details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Job Card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card generated for the booking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Mechanic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linked to the selected mechanic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Spare Part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usage recorded correctly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Invoice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amount calculated and stored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Payment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linked to the invoice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Service History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service records displayed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Appropriate validation/error message shown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960120"/>
            <a:ext cx="2743200" cy="3566160"/>
          </a:xfrm>
          <a:prstGeom prst="rect">
            <a:avLst/>
          </a:prstGeom>
          <a:solidFill>
            <a:srgbClr val="14213D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80760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146304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records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duplicate data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kept via foreign keys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supported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reports generated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access to vehicle service history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Enhancements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| Vehicle Service Centre Management System    10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601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258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provides a structured relational database for managing customers, vehicles, bookings, job cards, mechanics, tasks, spare parts, inspections, invoices and payments.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aims to reduce manual work, minimize data redundancy, maintain accurate service records and make service-centre information easier to retrieve and manage.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3931920" cy="3108960"/>
          </a:xfrm>
          <a:prstGeom prst="rect">
            <a:avLst/>
          </a:prstGeom>
          <a:solidFill>
            <a:srgbClr val="EEF3FB"/>
          </a:solidFill>
          <a:ln w="9525">
            <a:solidFill>
              <a:srgbClr val="D5DE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051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4173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service appointment booking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SMS/email service reminders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login portal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integration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Spare-part low-stock alerts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 performance analytics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database access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maintenance prediction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2026-10-05T04:02:40Z</dcterms:created>
  <dcterms:modified xsi:type="dcterms:W3CDTF">2026-10-05T04:02:40Z</dcterms:modified>
</cp:coreProperties>
</file>